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b="0" baseline="0" cap="none" i="0" spc="0" strike="noStrike" sz="4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Author and Date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29" sz="30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3" name="Sea against sky at sunset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1" name="Sea against sky at sunset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Subtitle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2" name="Slide Subtitle"/>
          <p:cNvSpPr txBox="1"/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Subtitle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7" name="Body Level One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Sea against sky at sunset 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each and sea at sunset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D7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wiggy sales Dashboard…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 defTabSz="2292095">
              <a:defRPr spc="-120" sz="12032"/>
            </a:pPr>
            <a:r>
              <a:t>Swiggy sales Dashboard</a:t>
            </a:r>
          </a:p>
          <a:p>
            <a:pPr defTabSz="2292095">
              <a:defRPr spc="-120" sz="12032"/>
            </a:pPr>
            <a:r>
              <a:t> by  Advanced Excel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D7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roblem statement"/>
          <p:cNvSpPr txBox="1"/>
          <p:nvPr>
            <p:ph type="title"/>
          </p:nvPr>
        </p:nvSpPr>
        <p:spPr>
          <a:xfrm>
            <a:off x="-885739" y="1036357"/>
            <a:ext cx="13158706" cy="2204484"/>
          </a:xfrm>
          <a:prstGeom prst="rect">
            <a:avLst/>
          </a:prstGeom>
        </p:spPr>
        <p:txBody>
          <a:bodyPr/>
          <a:lstStyle>
            <a:lvl1pPr defTabSz="1755648">
              <a:defRPr spc="-60" sz="6048"/>
            </a:lvl1pPr>
          </a:lstStyle>
          <a:p>
            <a:pPr/>
            <a:r>
              <a:t> Problem statement</a:t>
            </a:r>
          </a:p>
        </p:txBody>
      </p:sp>
      <p:sp>
        <p:nvSpPr>
          <p:cNvPr id="174" name="Total sales(₹): overall revenue generated from food orders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Total sales(₹):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overall revenue generated from food orders.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Average rating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: customer satisfaction levels across all restaurants.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Average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 </a:t>
            </a:r>
            <a:r>
              <a:t>order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 </a:t>
            </a:r>
            <a:r>
              <a:t>value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(</a:t>
            </a:r>
            <a:r>
              <a:t>₹)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: revenue per order.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Rating count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: total number of customer reviews.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Total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 </a:t>
            </a:r>
            <a:r>
              <a:t>orders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: number of food orders received.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</p:txBody>
      </p:sp>
      <p:sp>
        <p:nvSpPr>
          <p:cNvPr id="175" name="BRD :KPI’s"/>
          <p:cNvSpPr txBox="1"/>
          <p:nvPr>
            <p:ph type="body" idx="21"/>
          </p:nvPr>
        </p:nvSpPr>
        <p:spPr>
          <a:xfrm>
            <a:off x="-7983788" y="2881689"/>
            <a:ext cx="21945603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587934"/>
                </a:solidFill>
              </a:defRPr>
            </a:lvl1pPr>
          </a:lstStyle>
          <a:p>
            <a:pPr/>
            <a:r>
              <a:t>BRD :KPI’s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D7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Monthly sales trend- shows how total sales fluctuate month by month.…"/>
          <p:cNvSpPr txBox="1"/>
          <p:nvPr>
            <p:ph type="body" idx="1"/>
          </p:nvPr>
        </p:nvSpPr>
        <p:spPr>
          <a:xfrm>
            <a:off x="754155" y="2911778"/>
            <a:ext cx="21948577" cy="9254596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 Monthly sales trend-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shows how total sales fluctuate month by month.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Daily sales trend-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highlights, order and revenue variations across day of the week.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Total sales by food type(veg vs non-veg)-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Compare, revenue contribution by cuisine type.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Total sales by state(map visualisation) -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display, state wise revenue distribution.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Quarterly performance summary-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combine sales, ratings and orders by quarter.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Top five cities by sales-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identify leading cities, contributing the most revenue.</a:t>
            </a:r>
            <a:endParaRPr>
              <a:latin typeface="Canela Text Regular"/>
              <a:ea typeface="Canela Text Regular"/>
              <a:cs typeface="Canela Text Regular"/>
              <a:sym typeface="Canela Text Regular"/>
            </a:endParaRPr>
          </a:p>
          <a:p>
            <a:pPr>
              <a:defRPr>
                <a:latin typeface="Canela Text Bold"/>
                <a:ea typeface="Canela Text Bold"/>
                <a:cs typeface="Canela Text Bold"/>
                <a:sym typeface="Canela Text Bold"/>
              </a:defRPr>
            </a:pPr>
            <a:r>
              <a:t>Weekly trend analysis- </a:t>
            </a:r>
            <a:r>
              <a:rPr>
                <a:latin typeface="Canela Text Regular"/>
                <a:ea typeface="Canela Text Regular"/>
                <a:cs typeface="Canela Text Regular"/>
                <a:sym typeface="Canela Text Regular"/>
              </a:rPr>
              <a:t>monitors, weekly fluctuations in sales to identify consistency or peak periods.</a:t>
            </a:r>
          </a:p>
        </p:txBody>
      </p:sp>
      <p:sp>
        <p:nvSpPr>
          <p:cNvPr id="178" name="BRD: CHART’S"/>
          <p:cNvSpPr txBox="1"/>
          <p:nvPr>
            <p:ph type="body" idx="21"/>
          </p:nvPr>
        </p:nvSpPr>
        <p:spPr>
          <a:xfrm>
            <a:off x="-6319418" y="1821699"/>
            <a:ext cx="21945603" cy="83261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3F5623"/>
                </a:solidFill>
              </a:defRPr>
            </a:lvl1pPr>
          </a:lstStyle>
          <a:p>
            <a:pPr/>
            <a:r>
              <a:t>BRD: CHART’S</a:t>
            </a:r>
          </a:p>
        </p:txBody>
      </p:sp>
      <p:sp>
        <p:nvSpPr>
          <p:cNvPr id="179" name="Problem statement"/>
          <p:cNvSpPr txBox="1"/>
          <p:nvPr>
            <p:ph type="title"/>
          </p:nvPr>
        </p:nvSpPr>
        <p:spPr>
          <a:xfrm>
            <a:off x="411491" y="326553"/>
            <a:ext cx="13158706" cy="2204483"/>
          </a:xfrm>
          <a:prstGeom prst="rect">
            <a:avLst/>
          </a:prstGeom>
        </p:spPr>
        <p:txBody>
          <a:bodyPr/>
          <a:lstStyle>
            <a:lvl1pPr defTabSz="1755648">
              <a:defRPr spc="-60" sz="6048"/>
            </a:lvl1pPr>
          </a:lstStyle>
          <a:p>
            <a:pPr/>
            <a:r>
              <a:t> Problem statement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D7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hankyou"/>
          <p:cNvSpPr txBox="1"/>
          <p:nvPr/>
        </p:nvSpPr>
        <p:spPr>
          <a:xfrm>
            <a:off x="9330290" y="4495361"/>
            <a:ext cx="6023860" cy="1249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6000">
                <a:latin typeface="Canela Text Bold"/>
                <a:ea typeface="Canela Text Bold"/>
                <a:cs typeface="Canela Text Bold"/>
                <a:sym typeface="Canela Text Bold"/>
              </a:defRPr>
            </a:lvl1pPr>
          </a:lstStyle>
          <a:p>
            <a:pPr/>
            <a:r>
              <a:t>Thankyou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